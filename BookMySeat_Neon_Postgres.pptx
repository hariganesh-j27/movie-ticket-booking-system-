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book</a:t>
            </a:r>
            <a:pPr indent="0" marL="0">
              <a:buNone/>
            </a:pPr>
            <a:r>
              <a:rPr lang="en-US" sz="6000" b="1" dirty="0">
                <a:solidFill>
                  <a:srgbClr val="F84464"/>
                </a:solidFill>
              </a:rPr>
              <a:t>my</a:t>
            </a:r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seat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57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BD2E4"/>
                </a:solidFill>
              </a:rPr>
              <a:t>Movie Ticket Booking System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99"/>
                </a:solidFill>
              </a:rPr>
              <a:t>Next.js 16  ·  Auth.js  ·  Prisma  ·  Neon Postgres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F"/>
                </a:solidFill>
              </a:rPr>
              <a:t>Browse movies, pick a showtime, choose seats, book tickets.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74920" y="1371600"/>
            <a:ext cx="3611880" cy="2468880"/>
          </a:xfrm>
          <a:prstGeom prst="roundRect">
            <a:avLst>
              <a:gd name="adj" fmla="val 4444"/>
            </a:avLst>
          </a:prstGeom>
          <a:solidFill>
            <a:srgbClr val="1B2238"/>
          </a:solidFill>
          <a:ln w="12700">
            <a:solidFill>
              <a:srgbClr val="2A3354"/>
            </a:solidFill>
            <a:prstDash val="solid"/>
          </a:ln>
        </p:spPr>
      </p:sp>
      <p:pic>
        <p:nvPicPr>
          <p:cNvPr id="7" name="Seat map screenshot" descr="/private/tmp/claude-501/-Users-gowreesh-Documents-GitHub-Movie-ticket-booking-system-/3e9bbf2c-7922-4efc-b35a-36dd28b4d6b8/scratchpad/img/app_sea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463040"/>
            <a:ext cx="3429000" cy="21396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BookMySeat does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63040"/>
            <a:ext cx="384048" cy="384048"/>
          </a:xfrm>
          <a:prstGeom prst="ellipse">
            <a:avLst/>
          </a:prstGeom>
          <a:solidFill>
            <a:srgbClr val="F84464"/>
          </a:solidFill>
          <a:ln w="12700">
            <a:solidFill>
              <a:srgbClr val="F844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356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424"/>
                </a:solidFill>
              </a:rPr>
              <a:t>Discover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928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468"/>
                </a:solidFill>
              </a:rPr>
              <a:t>Hero carousel, language and city filters, search across movies.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463040"/>
            <a:ext cx="384048" cy="384048"/>
          </a:xfrm>
          <a:prstGeom prst="ellipse">
            <a:avLst/>
          </a:prstGeom>
          <a:solidFill>
            <a:srgbClr val="F84464"/>
          </a:solidFill>
          <a:ln w="12700">
            <a:solidFill>
              <a:srgbClr val="F844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4356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424"/>
                </a:solidFill>
              </a:rPr>
              <a:t>Choose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89280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468"/>
                </a:solidFill>
              </a:rPr>
              <a:t>Pick a showtime at one of 5 Chennai multiplexes, 7 days ahead.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200400"/>
            <a:ext cx="384048" cy="384048"/>
          </a:xfrm>
          <a:prstGeom prst="ellipse">
            <a:avLst/>
          </a:prstGeom>
          <a:solidFill>
            <a:srgbClr val="F84464"/>
          </a:solidFill>
          <a:ln w="12700">
            <a:solidFill>
              <a:srgbClr val="F8446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1729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424"/>
                </a:solidFill>
              </a:rPr>
              <a:t>Pick seats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6301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468"/>
                </a:solidFill>
              </a:rPr>
              <a:t>Live seat map with Diamond and Pearl categories and running total.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9718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3200400"/>
            <a:ext cx="384048" cy="384048"/>
          </a:xfrm>
          <a:prstGeom prst="ellipse">
            <a:avLst/>
          </a:prstGeom>
          <a:solidFill>
            <a:srgbClr val="F84464"/>
          </a:solidFill>
          <a:ln w="12700">
            <a:solidFill>
              <a:srgbClr val="F8446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31729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424"/>
                </a:solidFill>
              </a:rPr>
              <a:t>Book &amp; manage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6301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468"/>
                </a:solidFill>
              </a:rPr>
              <a:t>Google sign-in, instant e-ticket, booking history and cancellation.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783080" cy="1463040"/>
          </a:xfrm>
          <a:prstGeom prst="roundRect">
            <a:avLst>
              <a:gd name="adj" fmla="val 6250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Browser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2E4"/>
                </a:solidFill>
              </a:rPr>
              <a:t>React 19 UI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2E4"/>
                </a:solidFill>
              </a:rPr>
              <a:t>Tailwind CSS v4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0" y="1993392"/>
            <a:ext cx="274320" cy="228600"/>
          </a:xfrm>
          <a:prstGeom prst="rightArrow">
            <a:avLst/>
          </a:prstGeom>
          <a:solidFill>
            <a:srgbClr val="F84464"/>
          </a:solidFill>
          <a:ln w="12700">
            <a:solidFill>
              <a:srgbClr val="F844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1417320"/>
            <a:ext cx="1783080" cy="1463040"/>
          </a:xfrm>
          <a:prstGeom prst="roundRect">
            <a:avLst>
              <a:gd name="adj" fmla="val 6250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554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Next.js 16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011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2E4"/>
                </a:solidFill>
              </a:rPr>
              <a:t>App Router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2E4"/>
                </a:solidFill>
              </a:rPr>
              <a:t>REST route handlers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0" y="1993392"/>
            <a:ext cx="274320" cy="228600"/>
          </a:xfrm>
          <a:prstGeom prst="rightArrow">
            <a:avLst/>
          </a:prstGeom>
          <a:solidFill>
            <a:srgbClr val="F84464"/>
          </a:solidFill>
          <a:ln w="12700">
            <a:solidFill>
              <a:srgbClr val="F844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17320"/>
            <a:ext cx="1783080" cy="1463040"/>
          </a:xfrm>
          <a:prstGeom prst="roundRect">
            <a:avLst>
              <a:gd name="adj" fmla="val 6250"/>
            </a:avLst>
          </a:prstGeom>
          <a:solidFill>
            <a:srgbClr val="1B2238"/>
          </a:solidFill>
          <a:ln w="12700">
            <a:solidFill>
              <a:srgbClr val="1B22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554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Prisma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011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2E4"/>
                </a:solidFill>
              </a:rPr>
              <a:t>Type-safe ORM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2E4"/>
                </a:solidFill>
              </a:rPr>
              <a:t>transactions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1993392"/>
            <a:ext cx="274320" cy="228600"/>
          </a:xfrm>
          <a:prstGeom prst="rightArrow">
            <a:avLst/>
          </a:prstGeom>
          <a:solidFill>
            <a:srgbClr val="F84464"/>
          </a:solidFill>
          <a:ln w="12700">
            <a:solidFill>
              <a:srgbClr val="F8446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95160" y="1417320"/>
            <a:ext cx="1783080" cy="1463040"/>
          </a:xfrm>
          <a:prstGeom prst="roundRect">
            <a:avLst>
              <a:gd name="adj" fmla="val 6250"/>
            </a:avLst>
          </a:prstGeom>
          <a:solidFill>
            <a:srgbClr val="00E599"/>
          </a:solidFill>
          <a:ln w="12700">
            <a:solidFill>
              <a:srgbClr val="00E5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5160" y="1554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424"/>
                </a:solidFill>
              </a:rPr>
              <a:t>Neon Postgres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2011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424"/>
                </a:solidFill>
              </a:rPr>
              <a:t>Serverless, pooled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424"/>
                </a:solidFill>
              </a:rPr>
              <a:t>connections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97480" y="333756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F8446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97480" y="3337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4464"/>
                </a:solidFill>
              </a:rPr>
              <a:t>Auth.js + Google OAuth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566160" y="2926080"/>
            <a:ext cx="228600" cy="365760"/>
          </a:xfrm>
          <a:prstGeom prst="upArrow">
            <a:avLst/>
          </a:prstGeom>
          <a:solidFill>
            <a:srgbClr val="F84464"/>
          </a:solidFill>
          <a:ln w="12700">
            <a:solidFill>
              <a:srgbClr val="F8446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0" y="33375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468"/>
                </a:solidFill>
              </a:rPr>
              <a:t>Sessions, users and accounts are stored in the same Postgres database via the Prisma adapter.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REST API: /api/movies · /api/theaters · /api/showtimes · /api/showtimes/[id]/seats · /api/bookings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Neon Postgres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1B2238"/>
          </a:solidFill>
          <a:ln w="9525">
            <a:solidFill>
              <a:srgbClr val="1B22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E599"/>
                </a:solidFill>
              </a:rPr>
              <a:t>Serverless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AEA"/>
                </a:solidFill>
              </a:rPr>
              <a:t>Scales to zero when idle and wakes on demand. A good fit for a student or demo workload.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1B2238"/>
          </a:solidFill>
          <a:ln w="9525">
            <a:solidFill>
              <a:srgbClr val="1B22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E599"/>
                </a:solidFill>
              </a:rPr>
              <a:t>Branching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288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AEA"/>
                </a:solidFill>
              </a:rPr>
              <a:t>Copy-on-write branches give each feature or test its own database in seconds.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1B2238"/>
          </a:solidFill>
          <a:ln w="9525">
            <a:solidFill>
              <a:srgbClr val="1B22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017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E599"/>
                </a:solidFill>
              </a:rPr>
              <a:t>Plain Postgres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74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AEA"/>
                </a:solidFill>
              </a:rPr>
              <a:t>Relational integrity, foreign keys, unique constraints and ACID transactions.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8346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1B2238"/>
          </a:solidFill>
          <a:ln w="9525">
            <a:solidFill>
              <a:srgbClr val="1B22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3017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E599"/>
                </a:solidFill>
              </a:rPr>
              <a:t>Pooled connections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474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AEA"/>
                </a:solidFill>
              </a:rPr>
              <a:t>A built-in pooler keeps Next.js route handlers from exhausting connections.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73736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2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737360" cy="310896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movies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44752"/>
            <a:ext cx="1554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movie_id  PK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title, genre, language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duration, rating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poster_url, release_date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173736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2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51760"/>
            <a:ext cx="1737360" cy="310896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517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theaters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99232"/>
            <a:ext cx="1554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theater_id  PK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name, location, city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total_screens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cancellation_status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0" y="1737360"/>
            <a:ext cx="192024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2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737360"/>
            <a:ext cx="1920240" cy="310896"/>
          </a:xfrm>
          <a:prstGeom prst="rect">
            <a:avLst/>
          </a:prstGeom>
          <a:solidFill>
            <a:srgbClr val="F84464"/>
          </a:solidFill>
          <a:ln w="12700">
            <a:solidFill>
              <a:srgbClr val="F844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34640" y="17373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showtimes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2084832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showtime_id  PK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movie_id  FK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theater_id  FK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show_date, show_time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price_classic / prime / recliner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12080" y="1097280"/>
            <a:ext cx="17373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2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1097280"/>
            <a:ext cx="1737360" cy="310896"/>
          </a:xfrm>
          <a:prstGeom prst="rect">
            <a:avLst/>
          </a:prstGeom>
          <a:solidFill>
            <a:srgbClr val="00E599"/>
          </a:solidFill>
          <a:ln w="12700">
            <a:solidFill>
              <a:srgbClr val="00E5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0" y="10972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424"/>
                </a:solidFill>
              </a:rPr>
              <a:t>seats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1444752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seat_id  PK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showtime_id  FK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seat_number, category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is_booked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UNIQUE(showtime, seat)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12080" y="2880360"/>
            <a:ext cx="17373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2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2880360"/>
            <a:ext cx="1737360" cy="310896"/>
          </a:xfrm>
          <a:prstGeom prst="rect">
            <a:avLst/>
          </a:prstGeom>
          <a:solidFill>
            <a:srgbClr val="F84464"/>
          </a:solidFill>
          <a:ln w="12700">
            <a:solidFill>
              <a:srgbClr val="F8446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3520" y="28803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bookings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3227832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booking_id  PK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booking_ref  UNIQUE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user_id  FK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showtime_id  FK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total_amount, seats_list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0" y="2011680"/>
            <a:ext cx="1417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2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2011680"/>
            <a:ext cx="1417320" cy="310896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06640" y="20116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booking_seats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235915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booking_id  FK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seat_id  FK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PK(booking, seat)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0" y="37033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2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0" y="3703320"/>
            <a:ext cx="1737360" cy="31089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834640" y="37033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users (Auth.js)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834640" y="405079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id  PK, email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accounts, sessions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433"/>
                </a:solidFill>
              </a:rPr>
              <a:t>verification_tokens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194560" y="1463040"/>
            <a:ext cx="548640" cy="64008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2194560" y="2651760"/>
            <a:ext cx="548640" cy="36576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4663440" y="1645920"/>
            <a:ext cx="548640" cy="64008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651760"/>
            <a:ext cx="548640" cy="64008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0" y="1737360"/>
            <a:ext cx="548640" cy="27432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6949440" y="2926080"/>
            <a:ext cx="731520" cy="45720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4480560" y="3749040"/>
            <a:ext cx="731520" cy="27432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is one atomic transaction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252728"/>
            <a:ext cx="384048" cy="384048"/>
          </a:xfrm>
          <a:prstGeom prst="ellipse">
            <a:avLst/>
          </a:prstGeom>
          <a:solidFill>
            <a:srgbClr val="F84464"/>
          </a:solidFill>
          <a:ln w="12700">
            <a:solidFill>
              <a:srgbClr val="F844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14300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424"/>
                </a:solidFill>
              </a:rPr>
              <a:t>Verify session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143000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468"/>
                </a:solidFill>
              </a:rPr>
              <a:t>Auth.js rejects unauthenticated requests with 401.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56232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965960"/>
            <a:ext cx="384048" cy="384048"/>
          </a:xfrm>
          <a:prstGeom prst="ellipse">
            <a:avLst/>
          </a:prstGeom>
          <a:solidFill>
            <a:srgbClr val="F84464"/>
          </a:solidFill>
          <a:ln w="12700">
            <a:solidFill>
              <a:srgbClr val="F844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85623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424"/>
                </a:solidFill>
              </a:rPr>
              <a:t>Check seats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856232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468"/>
                </a:solidFill>
              </a:rPr>
              <a:t>Inside the transaction, read the selected seats. If any is booked, abort.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569464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679192"/>
            <a:ext cx="384048" cy="384048"/>
          </a:xfrm>
          <a:prstGeom prst="ellipse">
            <a:avLst/>
          </a:prstGeom>
          <a:solidFill>
            <a:srgbClr val="F84464"/>
          </a:solidFill>
          <a:ln w="12700">
            <a:solidFill>
              <a:srgbClr val="F8446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256946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424"/>
                </a:solidFill>
              </a:rPr>
              <a:t>Create booking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569464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468"/>
                </a:solidFill>
              </a:rPr>
              <a:t>Insert the booking row with a BMS-xxxxxx reference.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282696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392424"/>
            <a:ext cx="384048" cy="384048"/>
          </a:xfrm>
          <a:prstGeom prst="ellipse">
            <a:avLst/>
          </a:prstGeom>
          <a:solidFill>
            <a:srgbClr val="F84464"/>
          </a:solidFill>
          <a:ln w="12700">
            <a:solidFill>
              <a:srgbClr val="F8446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28269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424"/>
                </a:solidFill>
              </a:rPr>
              <a:t>Mark seats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282696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468"/>
                </a:solidFill>
              </a:rPr>
              <a:t>Set is_booked = 1 and link seats in booking_seats.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995928"/>
            <a:ext cx="804672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105656"/>
            <a:ext cx="384048" cy="384048"/>
          </a:xfrm>
          <a:prstGeom prst="ellipse">
            <a:avLst/>
          </a:prstGeom>
          <a:solidFill>
            <a:srgbClr val="00E599"/>
          </a:solidFill>
          <a:ln w="12700">
            <a:solidFill>
              <a:srgbClr val="00E59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24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399592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424"/>
                </a:solidFill>
              </a:rPr>
              <a:t>Commit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3995928"/>
            <a:ext cx="5074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468"/>
                </a:solidFill>
              </a:rPr>
              <a:t>All writes succeed together, or none are applied.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app: browse and book</a:t>
            </a:r>
            <a:endParaRPr lang="en-US" sz="3200" dirty="0"/>
          </a:p>
        </p:txBody>
      </p:sp>
      <p:pic>
        <p:nvPicPr>
          <p:cNvPr id="3" name="Home screenshot" descr="/private/tmp/claude-501/-Users-gowreesh-Documents-GitHub-Movie-ticket-booking-system-/3e9bbf2c-7922-4efc-b35a-36dd28b4d6b8/scratchpad/img/app_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3931920" cy="2459736"/>
          </a:xfrm>
          <a:prstGeom prst="rect">
            <a:avLst/>
          </a:prstGeom>
        </p:spPr>
      </p:pic>
      <p:pic>
        <p:nvPicPr>
          <p:cNvPr id="4" name="Seat map screenshot" descr="/private/tmp/claude-501/-Users-gowreesh-Documents-GitHub-Movie-ticket-booking-system-/3e9bbf2c-7922-4efc-b35a-36dd28b4d6b8/scratchpad/img/app_sea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3931920" cy="245973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7490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AEA"/>
                </a:solidFill>
              </a:rPr>
              <a:t>Home: hero carousel, language filters, partner cinemas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37490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AEA"/>
                </a:solidFill>
              </a:rPr>
              <a:t>Seat map: category pricing and running total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app: showtimes and seat count</a:t>
            </a:r>
            <a:endParaRPr lang="en-US" sz="3200" dirty="0"/>
          </a:p>
        </p:txBody>
      </p:sp>
      <p:pic>
        <p:nvPicPr>
          <p:cNvPr id="3" name="Showtimes screenshot" descr="/private/tmp/claude-501/-Users-gowreesh-Documents-GitHub-Movie-ticket-booking-system-/3e9bbf2c-7922-4efc-b35a-36dd28b4d6b8/scratchpad/img/app_showtim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3931920" cy="2459736"/>
          </a:xfrm>
          <a:prstGeom prst="rect">
            <a:avLst/>
          </a:prstGeom>
        </p:spPr>
      </p:pic>
      <p:pic>
        <p:nvPicPr>
          <p:cNvPr id="4" name="Seat count screenshot" descr="/private/tmp/claude-501/-Users-gowreesh-Documents-GitHub-Movie-ticket-booking-system-/3e9bbf2c-7922-4efc-b35a-36dd28b4d6b8/scratchpad/img/app_seatcoun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3931920" cy="245973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7490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AEA"/>
                </a:solidFill>
              </a:rPr>
              <a:t>Showtimes grouped by cinema and date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37490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DAEA"/>
                </a:solidFill>
              </a:rPr>
              <a:t>Choose how many tickets before picking seats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admin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4464"/>
                </a:solidFill>
              </a:rPr>
              <a:t>Sign-in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433"/>
                </a:solidFill>
              </a:rPr>
              <a:t>Google OAuth through Auth.js v5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433"/>
                </a:solidFill>
              </a:rPr>
              <a:t>Database sessions stored in Neon Postgres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433"/>
                </a:solidFill>
              </a:rPr>
              <a:t>Bookings are tied to the user id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433"/>
                </a:solidFill>
              </a:rPr>
              <a:t>Users only see and cancel their own bookings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4464"/>
                </a:solidFill>
              </a:rPr>
              <a:t>Admin dashboard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433"/>
                </a:solidFill>
              </a:rPr>
              <a:t>Allowlist via ADMIN_EMAILS env var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433"/>
                </a:solidFill>
              </a:rPr>
              <a:t>requireAdmin guard on every admin API route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433"/>
                </a:solidFill>
              </a:rPr>
              <a:t>Tabs for movies, theaters and showtimes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433"/>
                </a:solidFill>
              </a:rPr>
              <a:t>Seat layouts are generated automatically for new showtimes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28800" cy="1920240"/>
          </a:xfrm>
          <a:prstGeom prst="roundRect">
            <a:avLst>
              <a:gd name="adj" fmla="val 5000"/>
            </a:avLst>
          </a:prstGeom>
          <a:solidFill>
            <a:srgbClr val="1B2238"/>
          </a:solidFill>
          <a:ln w="9525">
            <a:solidFill>
              <a:srgbClr val="1B22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E599"/>
                </a:solidFill>
              </a:rPr>
              <a:t>20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AEA"/>
                </a:solidFill>
              </a:rPr>
              <a:t>movies in 5 languages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1371600"/>
            <a:ext cx="1828800" cy="1920240"/>
          </a:xfrm>
          <a:prstGeom prst="roundRect">
            <a:avLst>
              <a:gd name="adj" fmla="val 5000"/>
            </a:avLst>
          </a:prstGeom>
          <a:solidFill>
            <a:srgbClr val="1B2238"/>
          </a:solidFill>
          <a:ln w="9525">
            <a:solidFill>
              <a:srgbClr val="1B22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600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E599"/>
                </a:solidFill>
              </a:rPr>
              <a:t>5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AEA"/>
                </a:solidFill>
              </a:rPr>
              <a:t>Chennai multiplexes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828800" cy="1920240"/>
          </a:xfrm>
          <a:prstGeom prst="roundRect">
            <a:avLst>
              <a:gd name="adj" fmla="val 5000"/>
            </a:avLst>
          </a:prstGeom>
          <a:solidFill>
            <a:srgbClr val="1B2238"/>
          </a:solidFill>
          <a:ln w="9525">
            <a:solidFill>
              <a:srgbClr val="1B22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600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E599"/>
                </a:solidFill>
              </a:rPr>
              <a:t>7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AEA"/>
                </a:solidFill>
              </a:rPr>
              <a:t>days of showtimes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20840" y="1371600"/>
            <a:ext cx="1828800" cy="1920240"/>
          </a:xfrm>
          <a:prstGeom prst="roundRect">
            <a:avLst>
              <a:gd name="adj" fmla="val 5000"/>
            </a:avLst>
          </a:prstGeom>
          <a:solidFill>
            <a:srgbClr val="1B2238"/>
          </a:solidFill>
          <a:ln w="9525">
            <a:solidFill>
              <a:srgbClr val="1B22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1600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E599"/>
                </a:solidFill>
              </a:rPr>
              <a:t>80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AEA"/>
                </a:solidFill>
              </a:rPr>
              <a:t>seats per show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4BF"/>
                </a:solidFill>
              </a:rPr>
              <a:t>Seat categories: Diamond (rows A-E, 12 seats each) and Pearl (rows M-N, 10 seats each). Tamil, Hindi, Telugu, Malayalam and English titles.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430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4464"/>
                </a:solidFill>
              </a:rPr>
              <a:t>Frontend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14300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Next.js 16 (App Router, Turbopack), React 19, Tailwind CSS v4, lucide-react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288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4464"/>
                </a:solidFill>
              </a:rPr>
              <a:t>Backend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82880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Next.js route handlers (REST), TypeScript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5146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4464"/>
                </a:solidFill>
              </a:rPr>
              <a:t>Data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51460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Prisma ORM, Neon serverless PostgreSQL, Prisma Migrate and seed script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2004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4464"/>
                </a:solidFill>
              </a:rPr>
              <a:t>Auth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320040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Auth.js (next-auth v5) with Google provider and Prisma adapter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8862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4464"/>
                </a:solidFill>
              </a:rPr>
              <a:t>Tooling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388620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ESLint, tsx, Docker (planned)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AF5"/>
                </a:solidFill>
              </a:rPr>
              <a:t>Payment gateway integration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AF5"/>
                </a:solidFill>
              </a:rPr>
              <a:t>Seat holds with expiry to prevent checkout races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AF5"/>
                </a:solidFill>
              </a:rPr>
              <a:t>Email and SMS ticket delivery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AF5"/>
                </a:solidFill>
              </a:rPr>
              <a:t>Neon branches for preview deployments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AF5"/>
                </a:solidFill>
              </a:rPr>
              <a:t>Dockerised deployment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577840" y="1828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E599"/>
                </a:solidFill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577840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okMySeat Neon">
  <a:themeElements>
    <a:clrScheme name="BookMySeat Neon">
      <a:dk1>
        <a:srgbClr val="0F1424"/>
      </a:dk1>
      <a:lt1>
        <a:srgbClr val="FFFFFF"/>
      </a:lt1>
      <a:dk2>
        <a:srgbClr val="1B2238"/>
      </a:dk2>
      <a:lt2>
        <a:srgbClr val="F4F5F9"/>
      </a:lt2>
      <a:accent1>
        <a:srgbClr val="F84464"/>
      </a:accent1>
      <a:accent2>
        <a:srgbClr val="00E599"/>
      </a:accent2>
      <a:accent3>
        <a:srgbClr val="3B82F6"/>
      </a:accent3>
      <a:accent4>
        <a:srgbClr val="F5B301"/>
      </a:accent4>
      <a:accent5>
        <a:srgbClr val="8B5CF6"/>
      </a:accent5>
      <a:accent6>
        <a:srgbClr val="64748B"/>
      </a:accent6>
      <a:hlink>
        <a:srgbClr val="3B82F6"/>
      </a:hlink>
      <a:folHlink>
        <a:srgbClr val="8B5CF6"/>
      </a:folHlink>
    </a:clrScheme>
    <a:fontScheme name="BookMySeat Ne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BookMySeat - Movie Ticket Booking System</dc:title>
  <dc:subject>PptxGenJS Presentation</dc:subject>
  <dc:creator>PptxGenJS</dc:creator>
  <cp:lastModifiedBy>PptxGenJS</cp:lastModifiedBy>
  <cp:revision>1</cp:revision>
  <dcterms:created xsi:type="dcterms:W3CDTF">2026-10-20T03:02:29Z</dcterms:created>
  <dcterms:modified xsi:type="dcterms:W3CDTF">2026-10-20T03:02:29Z</dcterms:modified>
</cp:coreProperties>
</file>